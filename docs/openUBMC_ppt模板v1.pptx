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10" r:id="rId2"/>
    <p:sldId id="308" r:id="rId3"/>
    <p:sldId id="307" r:id="rId4"/>
    <p:sldId id="306" r:id="rId5"/>
    <p:sldId id="298" r:id="rId6"/>
    <p:sldId id="299" r:id="rId7"/>
    <p:sldId id="300" r:id="rId8"/>
    <p:sldId id="301" r:id="rId9"/>
    <p:sldId id="309" r:id="rId10"/>
    <p:sldId id="28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64"/>
    <p:restoredTop sz="96405"/>
  </p:normalViewPr>
  <p:slideViewPr>
    <p:cSldViewPr snapToGrid="0" snapToObjects="1" showGuides="1">
      <p:cViewPr varScale="1">
        <p:scale>
          <a:sx n="131" d="100"/>
          <a:sy n="131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9" d="100"/>
          <a:sy n="99" d="100"/>
        </p:scale>
        <p:origin x="369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51F0885-519F-2140-81CF-210F7B25B6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48909E-368E-CB4C-9645-7B33099FF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086DB-17F3-D143-84B7-6785B95D1431}" type="datetimeFigureOut">
              <a:rPr kumimoji="1" lang="zh-CN" altLang="en-US" smtClean="0"/>
              <a:t>2025/7/2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4A26D-6F20-0644-8EA0-13FA2084C0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406BFD-1091-0040-BF1A-3A1ADF0B28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A845A-D161-814F-ADFA-373BFEEF0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420950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E4BA5-34B3-A44C-AEB1-6EFAB49E6D52}" type="datetimeFigureOut">
              <a:rPr kumimoji="1" lang="zh-CN" altLang="en-US" smtClean="0"/>
              <a:t>2025/7/2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E862B-C71E-E94B-AC4F-5609ED8B15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1804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78014C46-AEE6-F4A8-28CC-63B7905470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0623" y="2772274"/>
            <a:ext cx="11282400" cy="748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单击此处编辑主标题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E2F2162-293B-5B13-03DD-E4BF5C9715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3657600"/>
            <a:ext cx="11282400" cy="2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单击此处编辑副标题</a:t>
            </a:r>
          </a:p>
        </p:txBody>
      </p:sp>
    </p:spTree>
    <p:extLst>
      <p:ext uri="{BB962C8B-B14F-4D97-AF65-F5344CB8AC3E}">
        <p14:creationId xmlns:p14="http://schemas.microsoft.com/office/powerpoint/2010/main" val="19800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1ED22-B39A-A842-8BBB-B109D6342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793" y="344653"/>
            <a:ext cx="11282028" cy="648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目录页</a:t>
            </a:r>
            <a:r>
              <a:rPr kumimoji="1" lang="en-US" altLang="zh-CN" dirty="0"/>
              <a:t>_1</a:t>
            </a:r>
            <a:endParaRPr kumimoji="1" lang="zh-CN" altLang="en-US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04606BC8-400D-ED7B-76B0-EAC101335A4F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460792" y="1052514"/>
            <a:ext cx="11282028" cy="5256212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l"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lnSpc>
                <a:spcPct val="150000"/>
              </a:lnSpc>
              <a:buNone/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 单击此处编辑章节标题</a:t>
            </a:r>
            <a:r>
              <a:rPr kumimoji="1" lang="en-US" altLang="zh-CN" dirty="0"/>
              <a:t>1</a:t>
            </a:r>
          </a:p>
          <a:p>
            <a:pPr lvl="0"/>
            <a:r>
              <a:rPr kumimoji="1" lang="zh-CN" altLang="en-US" dirty="0"/>
              <a:t> 单击此处编辑章节标题</a:t>
            </a:r>
            <a:r>
              <a:rPr kumimoji="1" lang="en-US" altLang="zh-CN" dirty="0"/>
              <a:t>2</a:t>
            </a:r>
          </a:p>
          <a:p>
            <a:pPr lvl="1"/>
            <a:r>
              <a:rPr kumimoji="1" lang="zh-CN" altLang="en-US" dirty="0"/>
              <a:t>章节小标题</a:t>
            </a:r>
            <a:r>
              <a:rPr kumimoji="1" lang="en-US" altLang="zh-CN" dirty="0"/>
              <a:t>2.1</a:t>
            </a:r>
          </a:p>
          <a:p>
            <a:pPr lvl="1"/>
            <a:r>
              <a:rPr kumimoji="1" lang="zh-CN" altLang="en-US" dirty="0"/>
              <a:t>章节小标题</a:t>
            </a:r>
            <a:r>
              <a:rPr kumimoji="1" lang="en-US" altLang="zh-CN" dirty="0"/>
              <a:t>2.2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1" lang="zh-CN" altLang="en-US" dirty="0"/>
              <a:t> 单击此处编辑章节标题</a:t>
            </a:r>
            <a:r>
              <a:rPr kumimoji="1" lang="en-US" altLang="zh-CN" dirty="0"/>
              <a:t>3</a:t>
            </a:r>
          </a:p>
          <a:p>
            <a:pPr lvl="1"/>
            <a:r>
              <a:rPr kumimoji="1" lang="zh-CN" altLang="en-US" dirty="0"/>
              <a:t>章节小标题</a:t>
            </a:r>
            <a:r>
              <a:rPr kumimoji="1" lang="en-US" altLang="zh-CN" dirty="0"/>
              <a:t>3.1</a:t>
            </a:r>
          </a:p>
          <a:p>
            <a:pPr lvl="1"/>
            <a:r>
              <a:rPr kumimoji="1" lang="zh-CN" altLang="en-US" dirty="0"/>
              <a:t>章节小标题</a:t>
            </a:r>
            <a:r>
              <a:rPr kumimoji="1" lang="en-US" altLang="zh-CN" dirty="0"/>
              <a:t>3.2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dirty="0"/>
              <a:t>章节小标题</a:t>
            </a:r>
            <a:r>
              <a:rPr kumimoji="1" lang="en-US" altLang="zh-CN" dirty="0"/>
              <a:t>3.3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1" lang="zh-CN" altLang="en-US" dirty="0"/>
              <a:t> 单击此处编辑章节标题</a:t>
            </a:r>
            <a:r>
              <a:rPr kumimoji="1" lang="en-US" altLang="zh-CN" dirty="0"/>
              <a:t>4</a:t>
            </a: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1" lang="zh-CN" altLang="en-US" dirty="0"/>
              <a:t> 单击此处编辑章节标题</a:t>
            </a:r>
            <a:r>
              <a:rPr kumimoji="1" lang="en-US" altLang="zh-CN" dirty="0"/>
              <a:t>5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CE198C-129F-CFAF-BBCF-11F03B1B29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6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50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1ED22-B39A-A842-8BBB-B109D6342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793" y="344653"/>
            <a:ext cx="11282028" cy="648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目录页</a:t>
            </a:r>
            <a:r>
              <a:rPr kumimoji="1" lang="en-US" altLang="zh-CN" dirty="0"/>
              <a:t>_2</a:t>
            </a:r>
            <a:endParaRPr kumimoji="1" lang="zh-CN" altLang="en-US" dirty="0"/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11111AE2-6BCC-33A9-31F8-57A4FF785424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1049191" y="1766133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04606BC8-400D-ED7B-76B0-EAC101335A4F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049191" y="2078537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1" name="文本占位符 3">
            <a:extLst>
              <a:ext uri="{FF2B5EF4-FFF2-40B4-BE49-F238E27FC236}">
                <a16:creationId xmlns:a16="http://schemas.microsoft.com/office/drawing/2014/main" id="{D8521214-146E-7A04-33B3-08908371CF0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049191" y="3993824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BF48E8D5-9034-0A75-1A37-C11D30FD8167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1049191" y="4306228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62" name="文本占位符 3">
            <a:extLst>
              <a:ext uri="{FF2B5EF4-FFF2-40B4-BE49-F238E27FC236}">
                <a16:creationId xmlns:a16="http://schemas.microsoft.com/office/drawing/2014/main" id="{58ED5491-39E1-50EA-5E3D-B30F47F8755A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4946930" y="1767602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64" name="文本占位符 3">
            <a:extLst>
              <a:ext uri="{FF2B5EF4-FFF2-40B4-BE49-F238E27FC236}">
                <a16:creationId xmlns:a16="http://schemas.microsoft.com/office/drawing/2014/main" id="{4F622ECF-4F3D-9B18-BE44-19CCB98A7D6D}"/>
              </a:ext>
            </a:extLst>
          </p:cNvPr>
          <p:cNvSpPr>
            <a:spLocks noGrp="1"/>
          </p:cNvSpPr>
          <p:nvPr>
            <p:ph type="body" sz="half" idx="36" hasCustomPrompt="1"/>
          </p:nvPr>
        </p:nvSpPr>
        <p:spPr>
          <a:xfrm>
            <a:off x="4946930" y="2077202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66" name="文本占位符 3">
            <a:extLst>
              <a:ext uri="{FF2B5EF4-FFF2-40B4-BE49-F238E27FC236}">
                <a16:creationId xmlns:a16="http://schemas.microsoft.com/office/drawing/2014/main" id="{85A6A433-EE77-F2B4-CEB5-BBF0A6DFF4ED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4946930" y="3993826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67" name="文本占位符 3">
            <a:extLst>
              <a:ext uri="{FF2B5EF4-FFF2-40B4-BE49-F238E27FC236}">
                <a16:creationId xmlns:a16="http://schemas.microsoft.com/office/drawing/2014/main" id="{EB96CAE5-EBCE-E682-433A-ABB6177B31FD}"/>
              </a:ext>
            </a:extLst>
          </p:cNvPr>
          <p:cNvSpPr>
            <a:spLocks noGrp="1"/>
          </p:cNvSpPr>
          <p:nvPr>
            <p:ph type="body" sz="half" idx="38" hasCustomPrompt="1"/>
          </p:nvPr>
        </p:nvSpPr>
        <p:spPr>
          <a:xfrm>
            <a:off x="4946930" y="4306230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8BA8C8D4-10CB-E74C-A218-E2D53AADA30E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9013445" y="1767600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98A9343B-510B-C34B-8C43-0F87E2E8223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9013445" y="2077200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5" name="文本占位符 3">
            <a:extLst>
              <a:ext uri="{FF2B5EF4-FFF2-40B4-BE49-F238E27FC236}">
                <a16:creationId xmlns:a16="http://schemas.microsoft.com/office/drawing/2014/main" id="{8DA16E86-38DF-9D48-AABA-F51F3F4D79C9}"/>
              </a:ext>
            </a:extLst>
          </p:cNvPr>
          <p:cNvSpPr>
            <a:spLocks noGrp="1"/>
          </p:cNvSpPr>
          <p:nvPr>
            <p:ph type="body" sz="half" idx="41" hasCustomPrompt="1"/>
          </p:nvPr>
        </p:nvSpPr>
        <p:spPr>
          <a:xfrm>
            <a:off x="9013445" y="3993824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EFE56E9-1775-324F-89F7-A85684A76A52}"/>
              </a:ext>
            </a:extLst>
          </p:cNvPr>
          <p:cNvSpPr>
            <a:spLocks noGrp="1"/>
          </p:cNvSpPr>
          <p:nvPr>
            <p:ph type="body" sz="half" idx="42" hasCustomPrompt="1"/>
          </p:nvPr>
        </p:nvSpPr>
        <p:spPr>
          <a:xfrm>
            <a:off x="9013445" y="4306228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97BB19-0D80-96B2-0D0A-CBCBDFDAD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4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50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_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92C66-97B6-A844-B883-C98DB502B2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0623" y="3054600"/>
            <a:ext cx="11282400" cy="748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 i="0" baseline="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单击此处编辑章节标题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C90C17-4CC6-0071-6F07-BEA43A8BC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27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_蓝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92C66-97B6-A844-B883-C98DB502B2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57" y="3054600"/>
            <a:ext cx="11282400" cy="748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单击此处编辑章节标题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50A71A-8546-65DE-EB11-3ED86472F8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1ED22-B39A-A842-8BBB-B109D6342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793" y="344653"/>
            <a:ext cx="11282028" cy="648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 b="1" i="0" baseline="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单击此处编辑标题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08B882-490F-144E-8AF4-0866009AA5C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0800" y="1065600"/>
            <a:ext cx="11282028" cy="28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单击此处编辑副标题</a:t>
            </a:r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8F52F4AF-64E1-5D4F-8107-A54C001C30A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60793" y="1440844"/>
            <a:ext cx="11282028" cy="486788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正文内容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0ECB88-60A8-4DB4-E32A-850B4386A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1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50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蓝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0B68589-EC1E-F30C-E7C1-D7EEC29956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793" y="344653"/>
            <a:ext cx="11282028" cy="648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单击此处编辑标题</a:t>
            </a: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2F8AA5AF-5B12-5AFB-2586-266C7B6C059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0800" y="1065600"/>
            <a:ext cx="11282028" cy="28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单击此处编辑副标题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2BC87F01-7F75-245F-5C25-FBC0D965B19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60793" y="1440000"/>
            <a:ext cx="11282028" cy="486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正文内容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BC6E46-9234-7453-8C67-5C3B01D54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35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50" userDrawn="1">
          <p15:clr>
            <a:srgbClr val="A4A3A4"/>
          </p15:clr>
        </p15:guide>
        <p15:guide id="5" orient="horz" pos="663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_带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C797629F-E09E-BE49-E352-3719E8870ABC}"/>
              </a:ext>
            </a:extLst>
          </p:cNvPr>
          <p:cNvSpPr txBox="1">
            <a:spLocks/>
          </p:cNvSpPr>
          <p:nvPr userDrawn="1"/>
        </p:nvSpPr>
        <p:spPr>
          <a:xfrm>
            <a:off x="446400" y="6372000"/>
            <a:ext cx="379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600" b="0" i="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5EB1C3-3A1F-5444-83DA-CFB0D9AA77F2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A8B328-ED65-55AB-071D-4D38BC1529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36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_无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2A1FC58-A6EC-3F4E-422E-80C862D231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13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6F47719B-32CC-0243-8011-4D5AF9FB00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0625" y="3054600"/>
            <a:ext cx="11282400" cy="7488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6618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5C0FA4-3D4B-ADDC-4F7D-49356B90A16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-133350"/>
            <a:ext cx="12192000" cy="71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3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9" r:id="rId2"/>
    <p:sldLayoutId id="2147483670" r:id="rId3"/>
    <p:sldLayoutId id="2147483660" r:id="rId4"/>
    <p:sldLayoutId id="2147483662" r:id="rId5"/>
    <p:sldLayoutId id="2147483657" r:id="rId6"/>
    <p:sldLayoutId id="2147483661" r:id="rId7"/>
    <p:sldLayoutId id="2147483655" r:id="rId8"/>
    <p:sldLayoutId id="2147483671" r:id="rId9"/>
    <p:sldLayoutId id="214748366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36969-DFFA-8171-3B5C-5AA45AAF9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0D3307-9B42-99B3-8BA3-10D8905F0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A72C5C8-559A-F4E8-CDC5-9BBDE41FB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4" y="596107"/>
            <a:ext cx="3081602" cy="748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0C7992D-30D7-9C44-9FF5-C1CF083CA42D}"/>
              </a:ext>
            </a:extLst>
          </p:cNvPr>
          <p:cNvSpPr txBox="1"/>
          <p:nvPr/>
        </p:nvSpPr>
        <p:spPr>
          <a:xfrm>
            <a:off x="3803515" y="18190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6309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B0D3307-9B42-99B3-8BA3-10D8905F0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9995" y="2354287"/>
            <a:ext cx="2142005" cy="359415"/>
          </a:xfrm>
        </p:spPr>
        <p:txBody>
          <a:bodyPr>
            <a:normAutofit/>
          </a:bodyPr>
          <a:lstStyle/>
          <a:p>
            <a:r>
              <a:rPr kumimoji="1" lang="zh-CN" altLang="en-US" sz="1800" dirty="0">
                <a:solidFill>
                  <a:schemeClr val="tx1"/>
                </a:solidFill>
              </a:rPr>
              <a:t>内容标题</a:t>
            </a:r>
          </a:p>
        </p:txBody>
      </p:sp>
      <p:sp>
        <p:nvSpPr>
          <p:cNvPr id="6" name="OpenFuyao社区平台">
            <a:extLst>
              <a:ext uri="{FF2B5EF4-FFF2-40B4-BE49-F238E27FC236}">
                <a16:creationId xmlns:a16="http://schemas.microsoft.com/office/drawing/2014/main" id="{30E253C9-F535-E0D8-5770-5F0E6E8956DD}"/>
              </a:ext>
            </a:extLst>
          </p:cNvPr>
          <p:cNvSpPr txBox="1">
            <a:spLocks/>
          </p:cNvSpPr>
          <p:nvPr/>
        </p:nvSpPr>
        <p:spPr>
          <a:xfrm>
            <a:off x="1003812" y="1108806"/>
            <a:ext cx="11152092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50800" rIns="50800" bIns="50800" anchor="ctr" anchorCtr="0">
            <a:spAutoFit/>
          </a:bodyPr>
          <a:lstStyle>
            <a:lvl1pPr marL="0" marR="0" indent="0" algn="ctr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1" i="0" u="none" strike="noStrike" cap="none" spc="-20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 hangingPunct="1"/>
            <a:r>
              <a:rPr lang="zh-CN" altLang="en-US" sz="4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7E696E-BF72-16E8-7F3F-51D0D0713437}"/>
              </a:ext>
            </a:extLst>
          </p:cNvPr>
          <p:cNvSpPr/>
          <p:nvPr/>
        </p:nvSpPr>
        <p:spPr>
          <a:xfrm flipV="1">
            <a:off x="1065629" y="2063126"/>
            <a:ext cx="9846750" cy="870324"/>
          </a:xfrm>
          <a:prstGeom prst="rect">
            <a:avLst/>
          </a:prstGeom>
          <a:noFill/>
          <a:ln w="19050" cap="flat">
            <a:solidFill>
              <a:srgbClr val="017FF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5BFE26C-01CC-D4F8-AC79-5BA3249B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3" y="407628"/>
            <a:ext cx="1698677" cy="41276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D1E49B98-6E39-073A-8011-7DCE9F3B4B78}"/>
              </a:ext>
            </a:extLst>
          </p:cNvPr>
          <p:cNvSpPr/>
          <p:nvPr/>
        </p:nvSpPr>
        <p:spPr>
          <a:xfrm flipV="1">
            <a:off x="1065629" y="3316739"/>
            <a:ext cx="9846750" cy="870324"/>
          </a:xfrm>
          <a:prstGeom prst="rect">
            <a:avLst/>
          </a:prstGeom>
          <a:noFill/>
          <a:ln w="19050" cap="flat">
            <a:solidFill>
              <a:srgbClr val="017FF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634355-E1FD-B5A6-7B1C-64DB3B0901CE}"/>
              </a:ext>
            </a:extLst>
          </p:cNvPr>
          <p:cNvSpPr/>
          <p:nvPr/>
        </p:nvSpPr>
        <p:spPr>
          <a:xfrm flipV="1">
            <a:off x="1065629" y="4555603"/>
            <a:ext cx="9846750" cy="870324"/>
          </a:xfrm>
          <a:prstGeom prst="rect">
            <a:avLst/>
          </a:prstGeom>
          <a:noFill/>
          <a:ln w="19050" cap="flat">
            <a:solidFill>
              <a:srgbClr val="017FF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副标题 2">
            <a:extLst>
              <a:ext uri="{FF2B5EF4-FFF2-40B4-BE49-F238E27FC236}">
                <a16:creationId xmlns:a16="http://schemas.microsoft.com/office/drawing/2014/main" id="{C655AAB0-4D9B-B303-C144-B526A833881B}"/>
              </a:ext>
            </a:extLst>
          </p:cNvPr>
          <p:cNvSpPr txBox="1">
            <a:spLocks/>
          </p:cNvSpPr>
          <p:nvPr/>
        </p:nvSpPr>
        <p:spPr>
          <a:xfrm>
            <a:off x="2429995" y="3578403"/>
            <a:ext cx="2142005" cy="3594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>
                <a:solidFill>
                  <a:schemeClr val="tx1"/>
                </a:solidFill>
              </a:rPr>
              <a:t>内容标题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3" name="副标题 2">
            <a:extLst>
              <a:ext uri="{FF2B5EF4-FFF2-40B4-BE49-F238E27FC236}">
                <a16:creationId xmlns:a16="http://schemas.microsoft.com/office/drawing/2014/main" id="{F849025A-7C1E-DEA6-03B3-8E012C5D11D7}"/>
              </a:ext>
            </a:extLst>
          </p:cNvPr>
          <p:cNvSpPr txBox="1">
            <a:spLocks/>
          </p:cNvSpPr>
          <p:nvPr/>
        </p:nvSpPr>
        <p:spPr>
          <a:xfrm>
            <a:off x="2429995" y="4817267"/>
            <a:ext cx="2142005" cy="3594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>
                <a:solidFill>
                  <a:schemeClr val="tx1"/>
                </a:solidFill>
              </a:rPr>
              <a:t>内容标题</a:t>
            </a:r>
          </a:p>
        </p:txBody>
      </p:sp>
      <p:sp>
        <p:nvSpPr>
          <p:cNvPr id="24" name="副标题 2">
            <a:extLst>
              <a:ext uri="{FF2B5EF4-FFF2-40B4-BE49-F238E27FC236}">
                <a16:creationId xmlns:a16="http://schemas.microsoft.com/office/drawing/2014/main" id="{3188F051-BB14-AF0D-09D9-99E2FA8EFD56}"/>
              </a:ext>
            </a:extLst>
          </p:cNvPr>
          <p:cNvSpPr txBox="1">
            <a:spLocks/>
          </p:cNvSpPr>
          <p:nvPr/>
        </p:nvSpPr>
        <p:spPr>
          <a:xfrm>
            <a:off x="1279621" y="4713858"/>
            <a:ext cx="829397" cy="742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4000" b="1" dirty="0">
                <a:solidFill>
                  <a:schemeClr val="tx1"/>
                </a:solidFill>
                <a:latin typeface="Microsoft YaHei" panose="020B0503020204020204" pitchFamily="34" charset="-122"/>
              </a:rPr>
              <a:t>03</a:t>
            </a:r>
            <a:endParaRPr kumimoji="1" lang="zh-CN" altLang="en-US" sz="4000" b="1" dirty="0">
              <a:solidFill>
                <a:schemeClr val="tx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副标题 2">
            <a:extLst>
              <a:ext uri="{FF2B5EF4-FFF2-40B4-BE49-F238E27FC236}">
                <a16:creationId xmlns:a16="http://schemas.microsoft.com/office/drawing/2014/main" id="{C6CC4957-98C8-44F6-85F4-E249EC40FF73}"/>
              </a:ext>
            </a:extLst>
          </p:cNvPr>
          <p:cNvSpPr txBox="1">
            <a:spLocks/>
          </p:cNvSpPr>
          <p:nvPr/>
        </p:nvSpPr>
        <p:spPr>
          <a:xfrm>
            <a:off x="1279621" y="3520418"/>
            <a:ext cx="829397" cy="742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4000" b="1" dirty="0">
                <a:solidFill>
                  <a:schemeClr val="tx1"/>
                </a:solidFill>
                <a:latin typeface="Microsoft YaHei" panose="020B0503020204020204" pitchFamily="34" charset="-122"/>
              </a:rPr>
              <a:t>02</a:t>
            </a:r>
            <a:endParaRPr kumimoji="1" lang="zh-CN" altLang="en-US" sz="4000" b="1" dirty="0">
              <a:solidFill>
                <a:schemeClr val="tx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副标题 2">
            <a:extLst>
              <a:ext uri="{FF2B5EF4-FFF2-40B4-BE49-F238E27FC236}">
                <a16:creationId xmlns:a16="http://schemas.microsoft.com/office/drawing/2014/main" id="{99294DDE-AEFE-1697-BDCA-138CAC88653C}"/>
              </a:ext>
            </a:extLst>
          </p:cNvPr>
          <p:cNvSpPr txBox="1">
            <a:spLocks/>
          </p:cNvSpPr>
          <p:nvPr/>
        </p:nvSpPr>
        <p:spPr>
          <a:xfrm>
            <a:off x="1279621" y="2177137"/>
            <a:ext cx="829397" cy="742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4000" b="1" dirty="0">
                <a:solidFill>
                  <a:schemeClr val="tx1"/>
                </a:solidFill>
                <a:latin typeface="Microsoft YaHei" panose="020B0503020204020204" pitchFamily="34" charset="-122"/>
              </a:rPr>
              <a:t>01</a:t>
            </a:r>
            <a:endParaRPr kumimoji="1" lang="zh-CN" altLang="en-US" sz="4000" b="1" dirty="0">
              <a:solidFill>
                <a:schemeClr val="tx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69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58225-A954-8393-BCCB-8413306F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489115"/>
            <a:ext cx="11282028" cy="648000"/>
          </a:xfrm>
        </p:spPr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06E97-D463-FDDB-EE17-27684D7932B7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50863" y="1196976"/>
            <a:ext cx="11282028" cy="5256212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 章节标题</a:t>
            </a:r>
            <a:r>
              <a:rPr kumimoji="1" lang="en-US" altLang="zh-CN" dirty="0">
                <a:solidFill>
                  <a:schemeClr val="tx1"/>
                </a:solidFill>
              </a:rPr>
              <a:t>1</a:t>
            </a:r>
          </a:p>
          <a:p>
            <a:r>
              <a:rPr kumimoji="1" lang="zh-CN" altLang="en-US" dirty="0">
                <a:solidFill>
                  <a:schemeClr val="tx1"/>
                </a:solidFill>
              </a:rPr>
              <a:t> 章节标题</a:t>
            </a:r>
            <a:r>
              <a:rPr kumimoji="1" lang="en-US" altLang="zh-CN" dirty="0">
                <a:solidFill>
                  <a:schemeClr val="tx1"/>
                </a:solidFill>
              </a:rPr>
              <a:t>2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章节小标题</a:t>
            </a:r>
            <a:r>
              <a:rPr kumimoji="1" lang="en-US" altLang="zh-CN" dirty="0">
                <a:solidFill>
                  <a:schemeClr val="tx1"/>
                </a:solidFill>
              </a:rPr>
              <a:t>2.1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章节小标题</a:t>
            </a:r>
            <a:r>
              <a:rPr kumimoji="1" lang="en-US" altLang="zh-CN" dirty="0">
                <a:solidFill>
                  <a:schemeClr val="tx1"/>
                </a:solidFill>
              </a:rPr>
              <a:t>2.2</a:t>
            </a:r>
          </a:p>
          <a:p>
            <a:r>
              <a:rPr kumimoji="1" lang="zh-CN" altLang="en-US" dirty="0">
                <a:solidFill>
                  <a:schemeClr val="tx1"/>
                </a:solidFill>
              </a:rPr>
              <a:t> 章节标题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章节小标题</a:t>
            </a:r>
            <a:r>
              <a:rPr kumimoji="1" lang="en-US" altLang="zh-CN" dirty="0">
                <a:solidFill>
                  <a:schemeClr val="tx1"/>
                </a:solidFill>
              </a:rPr>
              <a:t>3.1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章节小标题</a:t>
            </a:r>
            <a:r>
              <a:rPr kumimoji="1" lang="en-US" altLang="zh-CN" dirty="0">
                <a:solidFill>
                  <a:schemeClr val="tx1"/>
                </a:solidFill>
              </a:rPr>
              <a:t>3.2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章节小标题</a:t>
            </a:r>
            <a:r>
              <a:rPr kumimoji="1" lang="en-US" altLang="zh-CN" dirty="0">
                <a:solidFill>
                  <a:schemeClr val="tx1"/>
                </a:solidFill>
              </a:rPr>
              <a:t>3.3</a:t>
            </a:r>
          </a:p>
          <a:p>
            <a:r>
              <a:rPr kumimoji="1" lang="zh-CN" altLang="en-US" dirty="0">
                <a:solidFill>
                  <a:schemeClr val="tx1"/>
                </a:solidFill>
              </a:rPr>
              <a:t> 章节标题</a:t>
            </a:r>
            <a:r>
              <a:rPr kumimoji="1" lang="en-US" altLang="zh-CN" dirty="0">
                <a:solidFill>
                  <a:schemeClr val="tx1"/>
                </a:solidFill>
              </a:rPr>
              <a:t>4</a:t>
            </a:r>
          </a:p>
          <a:p>
            <a:r>
              <a:rPr kumimoji="1" lang="zh-CN" altLang="en-US" dirty="0">
                <a:solidFill>
                  <a:schemeClr val="tx1"/>
                </a:solidFill>
              </a:rPr>
              <a:t> 章节标题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A02D24-FBB5-7CE1-98A7-A31D910FA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79F53-6627-DA38-DB94-9EDFEE4F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6AB14C-962B-FF51-9748-040994885100}"/>
              </a:ext>
            </a:extLst>
          </p:cNvPr>
          <p:cNvSpPr>
            <a:spLocks noGrp="1"/>
          </p:cNvSpPr>
          <p:nvPr>
            <p:ph type="body" sz="half" idx="33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03F063-11C4-C887-7F74-19AA6F5157D5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EC76B6-0957-A556-550F-3104A46FB97D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3106F48-660B-72D9-AA24-DEB667550FC0}"/>
              </a:ext>
            </a:extLst>
          </p:cNvPr>
          <p:cNvSpPr>
            <a:spLocks noGrp="1"/>
          </p:cNvSpPr>
          <p:nvPr>
            <p:ph type="body" sz="half" idx="22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3CF776E-E267-0DEB-2B1F-2B6A18F4314A}"/>
              </a:ext>
            </a:extLst>
          </p:cNvPr>
          <p:cNvSpPr>
            <a:spLocks noGrp="1"/>
          </p:cNvSpPr>
          <p:nvPr>
            <p:ph type="body" sz="half" idx="35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464F8A2-6D61-EAE3-A7DD-0C2FAFEB3C6E}"/>
              </a:ext>
            </a:extLst>
          </p:cNvPr>
          <p:cNvSpPr>
            <a:spLocks noGrp="1"/>
          </p:cNvSpPr>
          <p:nvPr>
            <p:ph type="body" sz="half" idx="36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D104693-3172-A9AC-63A4-4075BF9353E8}"/>
              </a:ext>
            </a:extLst>
          </p:cNvPr>
          <p:cNvSpPr>
            <a:spLocks noGrp="1"/>
          </p:cNvSpPr>
          <p:nvPr>
            <p:ph type="body" sz="half" idx="37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1E3C059-BF0E-13AC-9F9F-7575BF8D232A}"/>
              </a:ext>
            </a:extLst>
          </p:cNvPr>
          <p:cNvSpPr>
            <a:spLocks noGrp="1"/>
          </p:cNvSpPr>
          <p:nvPr>
            <p:ph type="body" sz="half" idx="38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2BCB5415-F3D5-EE93-2BF0-31B701526751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548F44C-C18F-539C-3E5B-7C168A4F3485}"/>
              </a:ext>
            </a:extLst>
          </p:cNvPr>
          <p:cNvSpPr>
            <a:spLocks noGrp="1"/>
          </p:cNvSpPr>
          <p:nvPr>
            <p:ph type="body" sz="half" idx="40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3F3D7C3-4016-73E1-9E38-FBC1F6BD712F}"/>
              </a:ext>
            </a:extLst>
          </p:cNvPr>
          <p:cNvSpPr>
            <a:spLocks noGrp="1"/>
          </p:cNvSpPr>
          <p:nvPr>
            <p:ph type="body" sz="half" idx="41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0776878-D2DF-9BA9-FCDE-B12DD84F6DAF}"/>
              </a:ext>
            </a:extLst>
          </p:cNvPr>
          <p:cNvSpPr>
            <a:spLocks noGrp="1"/>
          </p:cNvSpPr>
          <p:nvPr>
            <p:ph type="body" sz="half" idx="42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六边形 14">
            <a:extLst>
              <a:ext uri="{FF2B5EF4-FFF2-40B4-BE49-F238E27FC236}">
                <a16:creationId xmlns:a16="http://schemas.microsoft.com/office/drawing/2014/main" id="{F6F70257-4B5E-1B2D-450B-88BD25E14F1B}"/>
              </a:ext>
            </a:extLst>
          </p:cNvPr>
          <p:cNvSpPr>
            <a:spLocks noChangeAspect="1"/>
          </p:cNvSpPr>
          <p:nvPr/>
        </p:nvSpPr>
        <p:spPr>
          <a:xfrm rot="5400000">
            <a:off x="520530" y="1706599"/>
            <a:ext cx="439821" cy="379156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六边形 15">
            <a:extLst>
              <a:ext uri="{FF2B5EF4-FFF2-40B4-BE49-F238E27FC236}">
                <a16:creationId xmlns:a16="http://schemas.microsoft.com/office/drawing/2014/main" id="{A08D8C55-5A7C-3060-18CF-FABE64CEF2A0}"/>
              </a:ext>
            </a:extLst>
          </p:cNvPr>
          <p:cNvSpPr>
            <a:spLocks noChangeAspect="1"/>
          </p:cNvSpPr>
          <p:nvPr/>
        </p:nvSpPr>
        <p:spPr>
          <a:xfrm rot="5400000">
            <a:off x="4418269" y="1706601"/>
            <a:ext cx="439821" cy="379156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77A4F469-31C4-0DE5-C265-B82D4010C2BE}"/>
              </a:ext>
            </a:extLst>
          </p:cNvPr>
          <p:cNvSpPr>
            <a:spLocks noChangeAspect="1"/>
          </p:cNvSpPr>
          <p:nvPr/>
        </p:nvSpPr>
        <p:spPr>
          <a:xfrm rot="5400000">
            <a:off x="520530" y="3931327"/>
            <a:ext cx="439821" cy="379156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9018DC5C-53AA-01BD-F396-F7F3F0CA9331}"/>
              </a:ext>
            </a:extLst>
          </p:cNvPr>
          <p:cNvSpPr>
            <a:spLocks noChangeAspect="1"/>
          </p:cNvSpPr>
          <p:nvPr/>
        </p:nvSpPr>
        <p:spPr>
          <a:xfrm rot="5400000">
            <a:off x="4418269" y="3931329"/>
            <a:ext cx="439821" cy="379156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1D36382-72BC-F4A6-90F3-1A7E388738BA}"/>
              </a:ext>
            </a:extLst>
          </p:cNvPr>
          <p:cNvSpPr>
            <a:spLocks noChangeAspect="1"/>
          </p:cNvSpPr>
          <p:nvPr/>
        </p:nvSpPr>
        <p:spPr>
          <a:xfrm rot="5400000">
            <a:off x="8490815" y="1706600"/>
            <a:ext cx="439821" cy="379156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1D97592D-3D8B-D23D-D89F-B08C8092320D}"/>
              </a:ext>
            </a:extLst>
          </p:cNvPr>
          <p:cNvSpPr>
            <a:spLocks noChangeAspect="1"/>
          </p:cNvSpPr>
          <p:nvPr/>
        </p:nvSpPr>
        <p:spPr>
          <a:xfrm rot="5400000">
            <a:off x="8490815" y="3931328"/>
            <a:ext cx="439821" cy="379156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zh-CN" sz="14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kumimoji="1" lang="zh-CN" altLang="en-US" sz="1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9EA569F-7E08-6734-676C-79631766A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326" y="6308726"/>
            <a:ext cx="1229812" cy="2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7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A4ABC-6EDB-24A2-CF84-EF5D4BA13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69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BC718-396A-6363-776C-5D2B5A764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6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AD055-541D-4B07-D93E-441C2524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10B10-E3B5-E1C1-48E3-8EC5B7EE5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A3ACE-137D-B72B-346A-0CE87A38AE8A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085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E2468E3-A037-8162-27B1-FE1BD28D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95A9F-2116-A476-A3EE-90E92A558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1C1D38-27ED-0305-69D2-48860AADA3EC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9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AD055-541D-4B07-D93E-441C2524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10B10-E3B5-E1C1-48E3-8EC5B7EE5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A3ACE-137D-B72B-346A-0CE87A38AE8A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875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7332D-1CF4-D2E0-BC1E-C6285E74E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25" y="3429000"/>
            <a:ext cx="11282400" cy="74880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6000" dirty="0">
                <a:solidFill>
                  <a:schemeClr val="tx1"/>
                </a:solidFill>
              </a:rPr>
              <a:t>THANKS</a:t>
            </a:r>
            <a:endParaRPr kumimoji="1" lang="zh-CN" altLang="en-US" sz="6000" dirty="0">
              <a:solidFill>
                <a:schemeClr val="tx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778C000B-8D1B-68B9-E8A6-1456056C5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1505" y="1714296"/>
            <a:ext cx="2088989" cy="145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4084</TotalTime>
  <Words>52</Words>
  <Application>Microsoft Macintosh PowerPoint</Application>
  <PresentationFormat>宽屏</PresentationFormat>
  <Paragraphs>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Microsoft YaHei</vt:lpstr>
      <vt:lpstr>Microsoft YaHei</vt:lpstr>
      <vt:lpstr>Arial</vt:lpstr>
      <vt:lpstr>Helvetica Neue Medium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78</cp:revision>
  <dcterms:created xsi:type="dcterms:W3CDTF">2023-10-13T08:11:36Z</dcterms:created>
  <dcterms:modified xsi:type="dcterms:W3CDTF">2025-07-02T07:51:35Z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(3)Pl5FK/vAeNN36ZzOCAIVQo46D+KzoFvIv85UQYAJsBEe9qjmI9vsLY6o6l7UTs7SRDQITG7a
k8XRMF05l+J2k+CgX9BGn8gUGDrMJLgCFylJ1yAyGimJHpOOTgAo4UT38GKFvvbYqRVQnWHC
BoAVhFQg1yhQGv23reE01p8lMl68cRAUggzOiVActFv6QGSu2L7zkducMZ82FDM+Je2Ssvh2
PEVoUXP0+UQnOJOsKq</vt:lpwstr>
  </property>
  <property fmtid="{D5CDD505-2E9C-101B-9397-08002B2CF9AE}" pid="3" name="_2015_ms_pID_7253431">
    <vt:lpwstr>vR1kowiHlwIeFY3y2zZB6mfnbPt74b8oAxFnOpsnz8l1zpWDL9hcEC
Vgk+RuZRZdCcIPt0t3rIpF8XEEdwUMBqLlT4ufAwa0F8IBPIrfPBqqMur3fV2ZkzW4t5FLoc
K4yE7H3SA/u8hsQI+IKOTEKQ7pB+xKawKLHdF7Ur3UjXMnoDgKGtXXk+ogRDGPjtZoByclFP
T4W69NZho5r9bOj2OiqRqA5TXmkuUnpKBelI</vt:lpwstr>
  </property>
  <property fmtid="{D5CDD505-2E9C-101B-9397-08002B2CF9AE}" pid="4" name="_2015_ms_pID_7253432">
    <vt:lpwstr>yw==</vt:lpwstr>
  </property>
</Properties>
</file>